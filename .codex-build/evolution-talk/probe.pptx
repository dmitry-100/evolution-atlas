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7251882d4f4684" /><Relationship Type="http://schemas.openxmlformats.org/officeDocument/2006/relationships/extended-properties" Target="/docProps/app.xml" Id="Rdc69555b54f54cce" /><Relationship Type="http://schemas.openxmlformats.org/officeDocument/2006/relationships/officeDocument" Target="/ppt/presentation.xml" Id="Rabbd96b1c438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63dd25d74c4994"/>
  </p:sldMasterIdLst>
  <p:notesMasterIdLst>
    <p:notesMasterId xmlns:r="http://schemas.openxmlformats.org/officeDocument/2006/relationships" r:id="R4b696a924ba54fe5"/>
  </p:notesMasterIdLst>
  <p:sldIdLst>
    <p:sldId xmlns:r="http://schemas.openxmlformats.org/officeDocument/2006/relationships" id="256" r:id="Rda45bb08f22244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9164ee1ec44ef" /><Relationship Type="http://schemas.openxmlformats.org/officeDocument/2006/relationships/slideMaster" Target="/ppt/slideMasters/slideMaster1.xml" Id="Rf663dd25d74c4994" /><Relationship Type="http://schemas.openxmlformats.org/officeDocument/2006/relationships/notesMaster" Target="/ppt/notesMasters/notesMaster1.xml" Id="R4b696a924ba54fe5" /><Relationship Type="http://schemas.openxmlformats.org/officeDocument/2006/relationships/presProps" Target="/ppt/presProps.xml" Id="R68223025a86c482f" /><Relationship Type="http://schemas.openxmlformats.org/officeDocument/2006/relationships/tableStyles" Target="/ppt/tableStyles.xml" Id="Rbf16a4dd92cb4687" /><Relationship Type="http://schemas.openxmlformats.org/officeDocument/2006/relationships/slide" Target="/ppt/slides/slide1.xml" Id="Rda45bb08f22244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32c2717b8d48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d1c20b8aea4afa" /><Relationship Type="http://schemas.openxmlformats.org/officeDocument/2006/relationships/notesMaster" Target="/ppt/notesMasters/notesMaster1.xml" Id="R08e2edde739d4c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00:00–01:00</a:t>
            </a:r>
          </a:p>
          <a:p xmlns:a="http://schemas.openxmlformats.org/drawingml/2006/main">
            <a:r>
              <a:t>Сегодня мы начинаем путешествие.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cc4485b1443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48421d5204e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36e0262344b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a829b9e2945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dd2c6f85847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5cebb8a8842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154710-58B8-42D1-B347-8F5108783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793225-E2CA-40C2-BD04-6B8DD7F887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373654-ED4A-4A25-8A1B-F7D044F841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6A3286-BDD9-491D-A6F9-BC6A7AB3EF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063692-A7E2-4E5D-B641-1E84A84A9A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42B640-F4D9-4FD0-96C1-265E160B4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077F99-9178-4ADA-9A1B-61595A86FE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1204AC-A133-4B65-9CD3-63CBD187B6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DAB6A1-7C59-4BA0-8470-7092CB6B34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64B1A9-4258-4C71-938A-53B593E8C4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02bdb9cf454e6d" /><Relationship Type="http://schemas.openxmlformats.org/officeDocument/2006/relationships/slideLayout" Target="/ppt/slideLayouts/slideLayout1.xml" Id="R10a0a5a972c84ef2" /><Relationship Type="http://schemas.openxmlformats.org/officeDocument/2006/relationships/slideLayout" Target="/ppt/slideLayouts/slideLayout2.xml" Id="R6a31b90493b1466b" /><Relationship Type="http://schemas.openxmlformats.org/officeDocument/2006/relationships/slideLayout" Target="/ppt/slideLayouts/slideLayout3.xml" Id="R4f268a3987df4e27" /><Relationship Type="http://schemas.openxmlformats.org/officeDocument/2006/relationships/slideLayout" Target="/ppt/slideLayouts/slideLayout4.xml" Id="R28e014dd08464920" /><Relationship Type="http://schemas.openxmlformats.org/officeDocument/2006/relationships/slideLayout" Target="/ppt/slideLayouts/slideLayout5.xml" Id="R116590a97784411f" /><Relationship Type="http://schemas.openxmlformats.org/officeDocument/2006/relationships/slideLayout" Target="/ppt/slideLayouts/slideLayout6.xml" Id="Rb0b566e1de8846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a0a5a972c84ef2"/>
    <p:sldLayoutId xmlns:r="http://schemas.openxmlformats.org/officeDocument/2006/relationships" id="2147483650" r:id="R6a31b90493b1466b"/>
    <p:sldLayoutId xmlns:r="http://schemas.openxmlformats.org/officeDocument/2006/relationships" id="2147483651" r:id="R4f268a3987df4e27"/>
    <p:sldLayoutId xmlns:r="http://schemas.openxmlformats.org/officeDocument/2006/relationships" id="2147483652" r:id="R28e014dd08464920"/>
    <p:sldLayoutId xmlns:r="http://schemas.openxmlformats.org/officeDocument/2006/relationships" id="2147483653" r:id="R116590a97784411f"/>
    <p:sldLayoutId xmlns:r="http://schemas.openxmlformats.org/officeDocument/2006/relationships" id="2147483654" r:id="Rb0b566e1de8846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3908517b0445d" /><Relationship Type="http://schemas.openxmlformats.org/officeDocument/2006/relationships/image" Target="/ppt/media/image.jpeg" Id="Rc5ed76e4f89a4506" /><Relationship Type="http://schemas.openxmlformats.org/officeDocument/2006/relationships/hyperlink" Target="https://atlas.aidms.ru/dinosaurs" TargetMode="External" Id="R85ab3fde6b634bfb" /><Relationship Type="http://schemas.openxmlformats.org/officeDocument/2006/relationships/notesSlide" Target="/ppt/notesSlides/notesSlide1.xml" Id="R99b8be90a20a44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E5728-3AB9-4CCD-80E5-65EDAB2DC2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d76e4f89a4506"/>
          <a:srcRect xmlns:a="http://schemas.openxmlformats.org/drawingml/2006/main" l="18726" t="0" r="187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22610-F959-4E6C-9AC6-706D003F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F4EAD8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4EAD8"/>
                </a:solidFill>
                <a:latin typeface="Trebuchet MS"/>
                <a:ea typeface="Trebuchet MS"/>
                <a:cs typeface="Trebuchet MS"/>
              </a:defRPr>
            </a:pPr>
            <a:r>
              <a:rPr sz="5100" b="1">
                <a:solidFill>
                  <a:srgbClr val="F4EAD8"/>
                </a:solidFill>
                <a:latin typeface="Trebuchet MS"/>
                <a:ea typeface="Trebuchet MS"/>
                <a:cs typeface="Trebuchet MS"/>
              </a:rPr>
              <a:t>Кто из них</a:t>
            </a:r>
          </a:p>
          <a:p xmlns:a="http://schemas.openxmlformats.org/drawingml/2006/main">
            <a:pPr>
              <a:defRPr sz="5100" b="1">
                <a:solidFill>
                  <a:srgbClr val="F4EAD8"/>
                </a:solidFill>
                <a:latin typeface="Trebuchet MS"/>
                <a:ea typeface="Trebuchet MS"/>
                <a:cs typeface="Trebuchet MS"/>
              </a:defRPr>
            </a:pPr>
            <a:r>
              <a:rPr sz="5100" b="1">
                <a:solidFill>
                  <a:srgbClr val="F4EAD8"/>
                </a:solidFill>
                <a:latin typeface="Trebuchet MS"/>
                <a:ea typeface="Trebuchet MS"/>
                <a:cs typeface="Trebuchet MS"/>
              </a:rPr>
              <a:t>динозавр?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A76D5-65A7-4855-A4CC-EEE8D4B7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>
                <a:solidFill>
                  <a:srgbClr val="E2BB70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>
              <a:defRPr sz="1800">
                <a:solidFill>
                  <a:srgbClr val="E2BB70"/>
                </a:solidFill>
                <a:latin typeface="Trebuchet MS"/>
                <a:ea typeface="Trebuchet MS"/>
                <a:cs typeface="Trebuchet MS"/>
              </a:defRPr>
            </a:pPr>
            <a:r>
              <a:rPr sz="1800">
                <a:solidFill>
                  <a:srgbClr val="E2BB70"/>
                </a:solidFill>
                <a:latin typeface="Trebuchet MS"/>
                <a:ea typeface="Trebuchet MS"/>
                <a:cs typeface="Trebuchet MS"/>
                <a:hlinkClick xmlns:r="http://schemas.openxmlformats.org/officeDocument/2006/relationships" r:id="R85ab3fde6b634bfb"/>
              </a:rPr>
              <a:t>Открыть портал</a:t>
            </a:r>
          </a:p>
        </p:txBody>
      </p:sp>
    </p:spTree>
    <p:extLst>
      <p:ext uri="{BB962C8B-B14F-4D97-AF65-F5344CB8AC3E}">
        <p14:creationId xmlns:p14="http://schemas.microsoft.com/office/powerpoint/2010/main" val="333341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2026-10-13T20:58:57.4270000Z</dcterms:created>
  <dcterms:modified xsi:type="dcterms:W3CDTF">2026-10-13T20:58:57.4270000Z</dcterms:modified>
</coreProperties>
</file>