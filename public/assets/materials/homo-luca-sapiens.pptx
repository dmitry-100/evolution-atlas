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08-1f62-87c5-8000-0000e1bd4d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1d-35b2-85cd-8000-0000b4813a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25-6912-8741-8000-0000903df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1d-83d2-8353-8000-000001b822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1d-12a2-84c3-8000-000095580e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1d-1a82-890d-8000-000008e98c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3c-0972-8443-8000-0000916d2c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3a-7f42-86eb-8000-0000474fa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34-b362-8322-8000-0000025a65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37-5b12-8b94-8000-00001d9623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36-1212-8b8e-8000-00001d586a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50-3e32-865f-8000-0000b7e0f0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4c-7df2-8fca-8000-00003b2c8d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4b-4722-8f9f-8000-00001dc1e5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50-b8f2-8eb5-8000-000038382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56-8bc2-8215-8000-0000896581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6b-9732-8443-8000-00004f58d4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a6e-9bf2-81f6-8000-0000cb67c2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Эволюция Homo: от LUCA к сапиенс</dc:title>
  <dc:subject>Эволюция Homo: от LUCA к сапиенс</dc:subject>
  <dc:creator>Kimi</dc:creator>
  <cp:lastModifiedBy>Kimi</cp:lastModifiedBy>
  <cp:revision>1</cp:revision>
  <dcterms:created xsi:type="dcterms:W3CDTF">2025-11-30T12:07:27Z</dcterms:created>
  <dcterms:modified xsi:type="dcterms:W3CDTF">2025-11-30T12:07:27Z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{"Label":"Эволюция Homo: от LUCA к сапиенс","ContentProducer":"001191110108MACG2KBH8F10000","ProduceID":"d4m31ufahd8ft4kgdb40","ReservedCode1":"","ContentPropagator":"001191110108MACG2KBH8F20000","PropagateID":"d4m31ufahd8ft4kgdb40","ReservedCode2":""}</vt:lpwstr>
  </property>
</Properties>
</file>