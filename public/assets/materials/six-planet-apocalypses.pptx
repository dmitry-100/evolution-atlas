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cce-0792-897c-8000-00008fe391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ce4-0ef2-849b-8000-00008c0b870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ce0-fe92-8454-8000-0000682882d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cdc-90b2-805e-8000-0000f4e74c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cea-dc22-87a4-8000-000016ade7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ce3-eb32-8ce1-8000-0000ce2c4c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cfb-3752-82ea-8000-0000f31bd9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d00-7912-8322-8000-0000894bff6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d00-c822-80c0-8000-000017d3f1b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d00-83e2-8358-8000-0000e225f2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d04-7ff2-8485-8000-00005f4def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d13-d7a2-80ab-8000-0000d679ca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d1a-7122-868b-8000-0000483985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d13-4642-8eb7-8000-00005d4701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d12-c2b2-8d8b-8000-00003105dfa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d13-10b2-84b0-8000-0000a0b1b4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d2c-a4f2-8688-8000-0000783ee7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d36-76b2-8442-8000-0000f8b8c2f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Шесть апокалипсисов планеты</dc:title>
  <dc:subject>Шесть апокалипсисов планеты</dc:subject>
  <dc:creator>Kimi</dc:creator>
  <cp:lastModifiedBy>Kimi</cp:lastModifiedBy>
  <cp:revision>1</cp:revision>
  <dcterms:created xsi:type="dcterms:W3CDTF">2025-11-29T18:23:22Z</dcterms:created>
  <dcterms:modified xsi:type="dcterms:W3CDTF">2025-11-29T18:23:22Z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{"Label":"Шесть апокалипсисов планеты","ContentProducer":"001191110108MACG2KBH8F10000","ProduceID":"d4ljc081gem5ldn7mlb0","ReservedCode1":"","ContentPropagator":"001191110108MACG2KBH8F20000","PropagateID":"d4ljc081gem5ldn7mlb0","ReservedCode2":""}</vt:lpwstr>
  </property>
</Properties>
</file>