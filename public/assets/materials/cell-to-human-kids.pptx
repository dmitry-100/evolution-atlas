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69-2932-80b0-8000-0000196461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7d-1782-87be-8000-00007aba47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79-00c2-8a00-8000-000036a731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7d-7472-8ec4-8000-000089779d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75-c732-858b-8000-00000ab016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78-2b32-8c67-8000-00004b9211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8b-b552-834e-8000-00009dfeeb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92-ade2-81ab-8000-00005ddaaa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92-be62-8291-8000-000023868f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95-a232-8c53-8000-0000a6fef9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8a-b692-852f-8000-0000264bf7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9a3-d2e2-800d-8000-0000738d0f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клетки до человека: детская версия</dc:title>
  <dc:subject>От клетки до человека: детская версия</dc:subject>
  <dc:creator>Kimi</dc:creator>
  <cp:lastModifiedBy>Kimi</cp:lastModifiedBy>
  <cp:revision>1</cp:revision>
  <dcterms:created xsi:type="dcterms:W3CDTF">2025-11-30T11:51:53Z</dcterms:created>
  <dcterms:modified xsi:type="dcterms:W3CDTF">2025-11-30T11:51:53Z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{"Label":"От клетки до человека: детская версия","ContentProducer":"001191110108MACG2KBH8F10000","ProduceID":"d4m2stfhq49gqo0hdkrg","ReservedCode1":"","ContentPropagator":"001191110108MACG2KBH8F20000","PropagateID":"d4m2stfhq49gqo0hdkrg","ReservedCode2":""}</vt:lpwstr>
  </property>
</Properties>
</file>