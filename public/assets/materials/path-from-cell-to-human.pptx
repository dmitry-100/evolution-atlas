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a5-0732-8e0e-8000-0000d55a0e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b6-0ee2-8fb1-8000-0000110d03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bd-0442-8368-8000-0000c620c0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bb-3cf2-8959-8000-00001343bd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b3-fc42-8802-8000-0000f46379a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b8-aaf2-8177-8000-000038026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d3-3f22-8049-8000-0000ec5de6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ce-0402-8974-8000-00009ad59e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ca-ce02-8b32-8000-00005608ad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d3-b552-87fd-8000-000082f8ec2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cb-8fc2-8552-8000-000028d734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e2-4cb2-8a81-8000-0000c1d711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e9-cfd2-8b2c-8000-0000824f43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e8-4fb2-88cd-8000-0000bd6b7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e8-7ca2-87c0-8000-0000e85e46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ef-82b2-8499-8000-000009171d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c0a-3422-8d25-8000-000088a1e9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0bfe-dd02-87ad-8000-000069667c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Путь от клетки к человеку</dc:title>
  <dc:subject>Путь от клетки к человеку</dc:subject>
  <dc:creator>Kimi</dc:creator>
  <cp:lastModifiedBy>Kimi</cp:lastModifiedBy>
  <cp:revision>1</cp:revision>
  <dcterms:created xsi:type="dcterms:W3CDTF">2025-11-29T17:56:48Z</dcterms:created>
  <dcterms:modified xsi:type="dcterms:W3CDTF">2025-11-29T17:56:48Z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{"Label":"Путь от клетки к человеку","ContentProducer":"001191110108MACG2KBH8F10000","ProduceID":"d4lj2q7hq49gqo0cl8q0","ReservedCode1":"","ContentPropagator":"001191110108MACG2KBH8F20000","PropagateID":"d4lj2q7hq49gqo0cl8q0","ReservedCode2":""}</vt:lpwstr>
  </property>
</Properties>
</file>