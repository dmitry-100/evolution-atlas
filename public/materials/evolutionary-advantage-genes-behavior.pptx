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de-e6a2-8405-8000-0000eb036c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ec-50f2-8a22-8000-0000644f0a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ef-ccd2-8ff0-8000-00002d12a8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f1-8352-8625-8000-00004f7ba9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fa-a282-8be9-8000-0000f23d92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6f3-2b52-8692-8000-000098b2c01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0f-b342-8023-8000-0000063eb79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0d-6f12-88fb-8000-00007a30b3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16-a0a2-83f6-8000-0000e85222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10-91e2-83d0-8000-000099b105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11-0cb2-850f-8000-00003dbc6d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4733-be92-8d78-8000-0000c6f280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Эволюционная выгода: гены и поведение</dc:title>
  <dc:subject>Эволюционная выгода: гены и поведение</dc:subject>
  <dc:creator>Kimi</dc:creator>
  <cp:lastModifiedBy>Kimi</cp:lastModifiedBy>
  <cp:revision>1</cp:revision>
  <dcterms:created xsi:type="dcterms:W3CDTF">2025-11-30T11:35:18Z</dcterms:created>
  <dcterms:modified xsi:type="dcterms:W3CDTF">2025-11-30T11:35:18Z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{"Label":"Эволюционная выгода: гены и поведение","ContentProducer":"001191110108MACG2KBH8F10000","ProduceID":"d4m2867ahd8ft4kg01eg","ReservedCode1":"","ContentPropagator":"001191110108MACG2KBH8F20000","PropagateID":"d4m2867ahd8ft4kg01eg","ReservedCode2":""}</vt:lpwstr>
  </property>
</Properties>
</file>